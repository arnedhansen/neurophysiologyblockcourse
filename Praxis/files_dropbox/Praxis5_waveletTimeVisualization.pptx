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-33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35878-A4BD-44A2-A9E1-E146846C151B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CAAD3-BF4B-4DF5-9221-C82517408F7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61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Blaue </a:t>
            </a:r>
            <a:r>
              <a:rPr lang="de-CH" dirty="0" err="1"/>
              <a:t>wavelet</a:t>
            </a:r>
            <a:r>
              <a:rPr lang="de-CH" dirty="0"/>
              <a:t> hat 3 Hz und 5 </a:t>
            </a:r>
            <a:r>
              <a:rPr lang="de-CH" dirty="0" err="1"/>
              <a:t>zyklen</a:t>
            </a:r>
            <a:r>
              <a:rPr lang="de-CH" dirty="0"/>
              <a:t>, also 1.66 </a:t>
            </a:r>
            <a:r>
              <a:rPr lang="de-CH" dirty="0" err="1"/>
              <a:t>sek</a:t>
            </a:r>
            <a:r>
              <a:rPr lang="de-CH" dirty="0"/>
              <a:t> lange, daten insgesamt 3s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2CAAD3-BF4B-4DF5-9221-C82517408F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53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34FA6B-EB35-5761-3180-37639DECD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119F99-06E1-E7FD-ED6E-575F5B762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7B2B63-A45B-1907-0A90-3A946987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6BBEE3-EAF7-21FA-529A-DD65C39EC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F3F7B6-9472-CD01-D4A3-C3E65D3A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25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96D8AD-7141-9E7F-86C9-0F8E731E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C7F359-B6AD-D5EF-9AFC-0027616FF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E2A959-CCDD-6AB3-771F-5FAB48CB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3C4C6D-A775-CEA9-9BC0-E16B6B18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2FC506-89AE-7694-CDC9-A0A871AE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78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96F936-3D30-ED0E-EB86-99CEE7742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328418-EDE4-A696-FCFD-9FCDEB287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2B6EFA-5862-3457-6F03-061D1107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4F93B7-A26E-AF52-D559-3DE18334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76BFE3-30DE-F6FA-5F77-21644EAB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67AE47-7955-1D61-464E-71A3A08A0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DBAB73-5A64-D016-9E34-2CE973722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486247-6C54-52D2-FDA8-8E0C1B3CA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910A9B-A409-0F79-D541-9B21BD400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390BF9-D8ED-3A86-EB69-A196EDF4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31DC31-A40A-0587-76DD-2871E9B1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6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DA156E-F5E1-AB28-2382-9B658FB4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2A406C-E8F7-C131-C5BB-92AB2C387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C87097-8B75-70A7-A733-3A7FF699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17C7AC-AD04-DCA1-B1B8-25769B8EE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5EDE39F-29A5-CC82-4B87-57CF5FAE6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8401696-D31C-B5E7-4E36-E2B0269F6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F1B9E3-219A-598C-84B3-828734D5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172BC54-35CE-8588-09F9-E4ACE1A4B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9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5BDFA-EA7C-F2D1-1A63-22004276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7039DB7-C2E1-44ED-E5E6-9143B5BEC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B2F62D-DE0F-0892-02C6-AF5A6693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1C4346E-8385-A345-5819-C41258FE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7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913348D-78A2-0162-8322-5A4B001B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A6EA37-BBB0-0041-93B3-38BE050C2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B7A3B21-5695-1674-DD0B-7F088AD1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73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D57C9D-54C5-EF78-F0AD-C2D369742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8EC198-AE61-EBC4-B9A2-544DE356C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2685C05-1321-EC19-2505-3D96BBDF6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5FB64C-6528-D78B-1A9D-6757DEDF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7504C0-AC0F-855E-2A51-1DC6D7FD8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04601D-83CB-6E8A-C5DC-53FFC381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2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C40A25-ABE3-A269-565E-E5C3B822A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21106E-45D9-E257-2D74-1B8CA20E4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EF63F3-BA2C-00C6-9D25-E37DA99E5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AEFA4B-162C-5ADC-D30E-DE86E730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1577C3-40B2-D32B-BA26-E1C8DD9B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BC71AA-8958-2077-B32A-D8890FFE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8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CB0615-49E7-F8AE-A0BA-2FA7B75F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FC5D6AE-86B0-73B2-4D00-AE0F53B8B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78E299-93A9-2B01-BE8F-8D92544F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ABE897-B6FC-29D6-5E79-95C7EB70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5D05B5-3744-8C9C-7D4B-CEBBAD101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52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2B4196A-CDB0-1DAB-C861-23D3E2F0F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1C9C9D-1753-A65C-F06E-D04C0F917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FF135E-6649-8085-BE5C-62447924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87494F-0DCE-019A-10B7-2E45B8F69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97C6D5-56C2-EB1B-CBB0-B82BB142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5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D543FA9-F9AD-8FE2-10B3-FA3DE986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0906C5-A276-C8A9-5CCC-6B1358A51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DDBFDF-B50E-86BC-AD2F-12C84FA2C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E9D32-7A85-4295-AF83-2F980A7D2A94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75B0AD-6445-CC52-F0EB-62A2E8DDF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43BBFD-BD76-C4B2-DDF7-854E3B860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52FD5-1E87-4E07-B48B-0A098C201B9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39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82357EAF-DA4F-A6F4-13BC-B35D6ED43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17" y="867181"/>
            <a:ext cx="10774279" cy="3191320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5F31541-E640-227C-22FB-1EEC3F488424}"/>
              </a:ext>
            </a:extLst>
          </p:cNvPr>
          <p:cNvCxnSpPr>
            <a:cxnSpLocks/>
          </p:cNvCxnSpPr>
          <p:nvPr/>
        </p:nvCxnSpPr>
        <p:spPr>
          <a:xfrm>
            <a:off x="6941389" y="2823713"/>
            <a:ext cx="100066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53DF8DE1-4628-E3B9-FE85-064FC7AC9323}"/>
              </a:ext>
            </a:extLst>
          </p:cNvPr>
          <p:cNvCxnSpPr>
            <a:cxnSpLocks/>
          </p:cNvCxnSpPr>
          <p:nvPr/>
        </p:nvCxnSpPr>
        <p:spPr>
          <a:xfrm>
            <a:off x="1012913" y="2823713"/>
            <a:ext cx="2903479" cy="15470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D4B0FF45-9860-86DE-BC7B-F6452CAF8105}"/>
              </a:ext>
            </a:extLst>
          </p:cNvPr>
          <p:cNvCxnSpPr>
            <a:cxnSpLocks/>
          </p:cNvCxnSpPr>
          <p:nvPr/>
        </p:nvCxnSpPr>
        <p:spPr>
          <a:xfrm flipH="1">
            <a:off x="4077419" y="2825756"/>
            <a:ext cx="2539041" cy="15449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Ellipse 17">
            <a:extLst>
              <a:ext uri="{FF2B5EF4-FFF2-40B4-BE49-F238E27FC236}">
                <a16:creationId xmlns:a16="http://schemas.microsoft.com/office/drawing/2014/main" id="{F6B678B8-1849-61A5-EC7D-7A310BE40672}"/>
              </a:ext>
            </a:extLst>
          </p:cNvPr>
          <p:cNvSpPr/>
          <p:nvPr/>
        </p:nvSpPr>
        <p:spPr>
          <a:xfrm>
            <a:off x="3899140" y="4281577"/>
            <a:ext cx="178279" cy="1782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2F8F245-58C7-13AE-0478-82048D620180}"/>
              </a:ext>
            </a:extLst>
          </p:cNvPr>
          <p:cNvSpPr txBox="1"/>
          <p:nvPr/>
        </p:nvSpPr>
        <p:spPr>
          <a:xfrm>
            <a:off x="1630659" y="4593793"/>
            <a:ext cx="5073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Erster «verwertbarer» Datenpunkt bei ca. 0.5 </a:t>
            </a:r>
            <a:r>
              <a:rPr lang="de-CH" dirty="0" err="1"/>
              <a:t>sek</a:t>
            </a:r>
            <a:r>
              <a:rPr lang="de-CH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69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</Words>
  <Application>Microsoft Office PowerPoint</Application>
  <PresentationFormat>Breitbild</PresentationFormat>
  <Paragraphs>3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Tröndle</dc:creator>
  <cp:lastModifiedBy>Marius Tröndle</cp:lastModifiedBy>
  <cp:revision>1</cp:revision>
  <dcterms:created xsi:type="dcterms:W3CDTF">2025-03-20T16:13:32Z</dcterms:created>
  <dcterms:modified xsi:type="dcterms:W3CDTF">2025-03-20T16:24:12Z</dcterms:modified>
</cp:coreProperties>
</file>